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01"/>
    <p:restoredTop sz="94648"/>
  </p:normalViewPr>
  <p:slideViewPr>
    <p:cSldViewPr snapToGrid="0">
      <p:cViewPr>
        <p:scale>
          <a:sx n="84" d="100"/>
          <a:sy n="84" d="100"/>
        </p:scale>
        <p:origin x="113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A74DA-CCD8-B72D-0520-D360497FF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599FEB-F1CC-5EE5-01B3-3586A3B7F1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5E88E5-C376-1BF9-169A-74835A1A5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8CF96-F7AA-E34B-A66A-C5D43127DEB0}" type="datetimeFigureOut">
              <a:rPr lang="en-US" smtClean="0"/>
              <a:t>7/13/22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C7ED2-D82C-5210-CD39-C08AFE840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197E4-78CE-A0C7-F1C2-60BCA5BD7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FCCB8-98F2-F44B-8B29-A722D209D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442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0F37B-8D49-3DE9-1066-A81B56797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4FEAA-68BE-069D-7E8A-9D4F21379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8EA6F-11BD-2819-CF44-021FCF07A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8CF96-F7AA-E34B-A66A-C5D43127DEB0}" type="datetimeFigureOut">
              <a:rPr lang="en-US" smtClean="0"/>
              <a:t>7/13/22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A129D-8D18-DA61-8A6F-DA3D765EC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EA00D-1F7F-BFFF-9625-2B3D9ACFC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FCCB8-98F2-F44B-8B29-A722D209D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835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EF63B-786E-B717-A204-0D10DEFA4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A6F771-4F78-4D5C-86F1-24F31C38CE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1D437-25B2-0E7F-C33F-2452A95D6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8CF96-F7AA-E34B-A66A-C5D43127DEB0}" type="datetimeFigureOut">
              <a:rPr lang="en-US" smtClean="0"/>
              <a:t>7/13/22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CE296-EA07-21E7-B131-86770FE0F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7C227-DA4B-4EB2-AB9B-224467CD4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FCCB8-98F2-F44B-8B29-A722D209D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446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8502D-84FE-A819-A29E-04DC6CE5C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AA95B-BC15-9047-04D5-E7E7AC5992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0E7C29-B16C-7968-C78C-B9595F0899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BF16BF-2C17-A93D-EECC-4D9B6E687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8CF96-F7AA-E34B-A66A-C5D43127DEB0}" type="datetimeFigureOut">
              <a:rPr lang="en-US" smtClean="0"/>
              <a:t>7/13/22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8BAAFF-F2D3-F2D0-5071-CEA73E49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980AA-412A-567D-E46D-490DC476A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FCCB8-98F2-F44B-8B29-A722D209D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008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DA299-0315-4B84-958E-B73257EE3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D85E14-DF6A-B05B-E2B7-85AB127CBC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CBE50F-B67D-DD7B-FF1B-8772D59F56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4D4362-8BA8-428F-E218-52C7D6881A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C2FAD0-76D9-4880-738C-3B9FFB8985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8B7DC0-EC9D-6499-7EE3-6FAD5ADED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8CF96-F7AA-E34B-A66A-C5D43127DEB0}" type="datetimeFigureOut">
              <a:rPr lang="en-US" smtClean="0"/>
              <a:t>7/13/22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B01CD0-5A55-53C7-4B74-925B87BB8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F9B039-3BCC-CBB2-238A-DC2914779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FCCB8-98F2-F44B-8B29-A722D209D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631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77F3A-3716-A53F-D148-DDDC3D962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D833AE-6E72-55DC-50A8-CB825A89F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8CF96-F7AA-E34B-A66A-C5D43127DEB0}" type="datetimeFigureOut">
              <a:rPr lang="en-US" smtClean="0"/>
              <a:t>7/13/22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147276-6A46-A286-A4C7-D8E46816D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61CBE4-3225-5F9A-2631-2281D9193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FCCB8-98F2-F44B-8B29-A722D209D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187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223EE1-17B8-245A-B7EC-434BFE9A0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8CF96-F7AA-E34B-A66A-C5D43127DEB0}" type="datetimeFigureOut">
              <a:rPr lang="en-US" smtClean="0"/>
              <a:t>7/13/22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D8DF70-6FBD-1D43-00FA-CD9955D1C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CCA9D8-4FD9-1800-C58C-B1C9FB698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FCCB8-98F2-F44B-8B29-A722D209D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454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E6A70-5CF6-DC28-8D9B-077AB78E1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525F6-9994-B528-5189-A528292BF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359004-67C0-B521-EBC8-7AF28B84A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B3072A-0B54-FBCD-6AC6-E17F5A6E3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8CF96-F7AA-E34B-A66A-C5D43127DEB0}" type="datetimeFigureOut">
              <a:rPr lang="en-US" smtClean="0"/>
              <a:t>7/13/22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8C8AC0-B389-F1D7-58DC-B07E666DC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3379B9-61B8-9098-2B83-6ABA0E79A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FCCB8-98F2-F44B-8B29-A722D209D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142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7BBED-2478-4694-9790-8A25627E9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1BAABA-54BE-8047-B0B6-CF7E7A9731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495BB9-7404-409B-C4BE-9C03E59E00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5A5A7-3F26-7E49-2BBB-F9D8A7FBB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8CF96-F7AA-E34B-A66A-C5D43127DEB0}" type="datetimeFigureOut">
              <a:rPr lang="en-US" smtClean="0"/>
              <a:t>7/13/22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D94B1F-4535-5639-7219-43F9C4211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74E8C-129C-0E31-C31C-586312AE2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FCCB8-98F2-F44B-8B29-A722D209D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544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31A7D-5FE3-3587-DD3F-8E2838E6F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E5FFAF-9DC6-C648-A464-C367747FAB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1530E-BC89-6422-C82B-8FAEC93D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8CF96-F7AA-E34B-A66A-C5D43127DEB0}" type="datetimeFigureOut">
              <a:rPr lang="en-US" smtClean="0"/>
              <a:t>7/13/22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FD25E5-1458-626E-DC80-83EC46368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87077-E1EF-05D8-438F-1591B15B3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FCCB8-98F2-F44B-8B29-A722D209D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272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B22D0D-358F-E001-533E-642524F3CD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5E0DDB-AD70-FEC9-AE4E-D34C56E9CF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F38EC-2F01-B004-D638-7CCDC72A8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8CF96-F7AA-E34B-A66A-C5D43127DEB0}" type="datetimeFigureOut">
              <a:rPr lang="en-US" smtClean="0"/>
              <a:t>7/13/22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DEF47-3422-2290-F923-42CA4899C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B4DEE-1D5C-2661-209E-420BB1F01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FCCB8-98F2-F44B-8B29-A722D209D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043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1CF35E-F5EC-B179-FE32-87782663A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A2DD0E-B101-2306-6A7D-E3FD1BCE7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CDA20-07A9-2EBB-2C85-4273B973AF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B8CF96-F7AA-E34B-A66A-C5D43127DEB0}" type="datetimeFigureOut">
              <a:rPr lang="en-US" smtClean="0"/>
              <a:t>7/13/22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14534-CADB-786C-5C6F-DEDB7AE495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F99F5-E4AD-8E74-F439-4248F4086D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BFCCB8-98F2-F44B-8B29-A722D209D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274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C31145-5B4B-6F3C-DDB5-16EDD0B07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FA7B78E-53F1-8E75-3FA8-113048C1F9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3779230"/>
              </p:ext>
            </p:extLst>
          </p:nvPr>
        </p:nvGraphicFramePr>
        <p:xfrm>
          <a:off x="0" y="0"/>
          <a:ext cx="12192000" cy="6877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20146574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1680726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17444170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168410806"/>
                    </a:ext>
                  </a:extLst>
                </a:gridCol>
              </a:tblGrid>
              <a:tr h="559838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ysClr val="windowText" lastClr="000000"/>
                          </a:solidFill>
                        </a:rPr>
                        <a:t>1 x 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x 2</a:t>
                      </a:r>
                      <a:endParaRPr kumimoji="0" lang="en-US" sz="3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x 2</a:t>
                      </a:r>
                      <a:endParaRPr kumimoji="0" lang="en-US" sz="3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x 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594507"/>
                  </a:ext>
                </a:extLst>
              </a:tr>
              <a:tr h="157454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x 2</a:t>
                      </a: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x 2</a:t>
                      </a: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x 2</a:t>
                      </a: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x 2</a:t>
                      </a: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685968"/>
                  </a:ext>
                </a:extLst>
              </a:tr>
              <a:tr h="157454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x 2</a:t>
                      </a: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x 2</a:t>
                      </a: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x 2</a:t>
                      </a: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x 2</a:t>
                      </a: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314743"/>
                  </a:ext>
                </a:extLst>
              </a:tr>
              <a:tr h="157454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x 2</a:t>
                      </a: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x 2</a:t>
                      </a: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x 2</a:t>
                      </a: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x 2</a:t>
                      </a: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046337"/>
                  </a:ext>
                </a:extLst>
              </a:tr>
              <a:tr h="157454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x 2</a:t>
                      </a: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x 2</a:t>
                      </a: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x 2</a:t>
                      </a: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x 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0373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6712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60</Words>
  <Application>Microsoft Macintosh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JulieAnn Scherer</dc:creator>
  <cp:lastModifiedBy>JulieAnn Scherer</cp:lastModifiedBy>
  <cp:revision>2</cp:revision>
  <dcterms:created xsi:type="dcterms:W3CDTF">2022-07-13T21:07:05Z</dcterms:created>
  <dcterms:modified xsi:type="dcterms:W3CDTF">2022-07-13T21:14:43Z</dcterms:modified>
</cp:coreProperties>
</file>